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13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82758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91898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1641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FB16E88-C062-46F8-919F-4F2CD22DD73D}"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9026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FB16E88-C062-46F8-919F-4F2CD22DD73D}"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58342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87850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916022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798372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FB16E88-C062-46F8-919F-4F2CD22DD73D}"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39202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FB16E88-C062-46F8-919F-4F2CD22DD73D}"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597118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3599981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37115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45726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996012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555601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1503141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813105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FB16E88-C062-46F8-919F-4F2CD22DD73D}" type="datetimeFigureOut">
              <a:rPr lang="en-US" smtClean="0"/>
              <a:t>10/8/2025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C1D3313-417A-4E73-924B-F1D169B02774}" type="slidenum">
              <a:rPr lang="en-US" smtClean="0"/>
              <a:t>‹#›</a:t>
            </a:fld>
            <a:endParaRPr lang="en-US"/>
          </a:p>
        </p:txBody>
      </p:sp>
    </p:spTree>
    <p:extLst>
      <p:ext uri="{BB962C8B-B14F-4D97-AF65-F5344CB8AC3E}">
        <p14:creationId xmlns:p14="http://schemas.microsoft.com/office/powerpoint/2010/main" val="15422212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82664" y="2653017"/>
            <a:ext cx="8825658" cy="861420"/>
          </a:xfrm>
        </p:spPr>
        <p:txBody>
          <a:bodyPr>
            <a:noAutofit/>
          </a:bodyPr>
          <a:lstStyle/>
          <a:p>
            <a:pPr algn="ctr"/>
            <a:r>
              <a:rPr lang="en-IN" sz="3600" dirty="0" smtClean="0">
                <a:solidFill>
                  <a:schemeClr val="bg1">
                    <a:lumMod val="95000"/>
                    <a:lumOff val="5000"/>
                  </a:schemeClr>
                </a:solidFill>
                <a:latin typeface="Times New Roman" panose="02020603050405020304" pitchFamily="18" charset="0"/>
                <a:cs typeface="Times New Roman" panose="02020603050405020304" pitchFamily="18" charset="0"/>
              </a:rPr>
              <a:t>Unit no :4</a:t>
            </a:r>
          </a:p>
          <a:p>
            <a:pPr algn="ctr"/>
            <a:r>
              <a:rPr lang="en-IN" sz="3600" dirty="0" smtClean="0">
                <a:solidFill>
                  <a:schemeClr val="bg1">
                    <a:lumMod val="95000"/>
                    <a:lumOff val="5000"/>
                  </a:schemeClr>
                </a:solidFill>
                <a:latin typeface="Times New Roman" panose="02020603050405020304" pitchFamily="18" charset="0"/>
                <a:cs typeface="Times New Roman" panose="02020603050405020304" pitchFamily="18" charset="0"/>
              </a:rPr>
              <a:t>Affiliate marketing</a:t>
            </a:r>
            <a:endParaRPr lang="en-US" sz="36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37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br>
              <a:rPr lang="en-IN" dirty="0" smtClean="0"/>
            </a:br>
            <a:endParaRPr lang="en-US" dirty="0"/>
          </a:p>
        </p:txBody>
      </p:sp>
      <p:sp>
        <p:nvSpPr>
          <p:cNvPr id="3" name="Content Placeholder 2"/>
          <p:cNvSpPr>
            <a:spLocks noGrp="1"/>
          </p:cNvSpPr>
          <p:nvPr>
            <p:ph idx="1"/>
          </p:nvPr>
        </p:nvSpPr>
        <p:spPr/>
        <p:txBody>
          <a:bodyPr/>
          <a:lstStyle/>
          <a:p>
            <a:r>
              <a:rPr lang="en-IN" dirty="0"/>
              <a:t>Affiliate marketing is a marketing model in which third-party publishers promote a merchant’s goods or services and receive a percentage of the sales or web traffic generated as a result. It is typically considered a key part of modern digital marketing. </a:t>
            </a:r>
          </a:p>
          <a:p>
            <a:r>
              <a:rPr lang="en-IN" dirty="0"/>
              <a:t/>
            </a:r>
            <a:br>
              <a:rPr lang="en-IN" dirty="0"/>
            </a:br>
            <a:r>
              <a:rPr lang="en-IN" dirty="0"/>
              <a:t>Affiliate Marketing involves selling a company's products or services through a website or blog. Websites or blogs with a large number of visitors benefit greatly from affiliate marketing and can earn a lot of money.</a:t>
            </a:r>
            <a:endParaRPr lang="en-US" dirty="0"/>
          </a:p>
        </p:txBody>
      </p:sp>
    </p:spTree>
    <p:extLst>
      <p:ext uri="{BB962C8B-B14F-4D97-AF65-F5344CB8AC3E}">
        <p14:creationId xmlns:p14="http://schemas.microsoft.com/office/powerpoint/2010/main" val="46989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Unattached Affiliate Marketing</a:t>
            </a:r>
            <a:endParaRPr lang="en-US" dirty="0"/>
          </a:p>
        </p:txBody>
      </p:sp>
      <p:sp>
        <p:nvSpPr>
          <p:cNvPr id="3" name="Content Placeholder 2"/>
          <p:cNvSpPr>
            <a:spLocks noGrp="1"/>
          </p:cNvSpPr>
          <p:nvPr>
            <p:ph idx="1"/>
          </p:nvPr>
        </p:nvSpPr>
        <p:spPr/>
        <p:txBody>
          <a:bodyPr/>
          <a:lstStyle/>
          <a:p>
            <a:r>
              <a:rPr lang="en-IN" dirty="0"/>
              <a:t>Unattached Affiliate Marketing (The "No-Connection" Promoter)​Simple Explanation: You promote a product without having any expertise or using it yourself. You are just an advertiser, often using paid ads to send traffic directly to the seller's website.​Involvement: Very Low.​Trust/Credibility: Low</a:t>
            </a:r>
            <a:r>
              <a:rPr lang="en-IN" dirty="0" smtClean="0"/>
              <a:t>.</a:t>
            </a:r>
          </a:p>
          <a:p>
            <a:r>
              <a:rPr lang="mr-IN" dirty="0"/>
              <a:t>यामध्ये तुम्ही ज्या वस्तूचा प्रचार करत आहात, तिच्याबद्दल तुम्हाला फारशी माहिती किंवा अनुभव नसतो. तुम्ही फक्त जाहिराती (</a:t>
            </a:r>
            <a:r>
              <a:rPr lang="en-US" dirty="0"/>
              <a:t>Ads) </a:t>
            </a:r>
            <a:r>
              <a:rPr lang="mr-IN" dirty="0"/>
              <a:t>वापरून लोकांना थेट कंपनीच्या वेबसाईटवर पाठवता.​उदाहरण: तुम्ही फेसबुकवर एका नवीन बूट्सची जाहिरात पाहिली आणि त्यावर क्लिक करून थेट ती बूट्स विकणाऱ्या कंपनीच्या पेजवर गेलात.​विश्वास: खूप कमी असतो, कारण तुमचा स्वतःचा अनुभव नसतो.</a:t>
            </a:r>
            <a:endParaRPr lang="en-US" dirty="0"/>
          </a:p>
        </p:txBody>
      </p:sp>
    </p:spTree>
    <p:extLst>
      <p:ext uri="{BB962C8B-B14F-4D97-AF65-F5344CB8AC3E}">
        <p14:creationId xmlns:p14="http://schemas.microsoft.com/office/powerpoint/2010/main" val="223123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Related Affiliate Marketing</a:t>
            </a:r>
            <a:endParaRPr lang="en-US" dirty="0"/>
          </a:p>
        </p:txBody>
      </p:sp>
      <p:sp>
        <p:nvSpPr>
          <p:cNvPr id="3" name="Content Placeholder 2"/>
          <p:cNvSpPr>
            <a:spLocks noGrp="1"/>
          </p:cNvSpPr>
          <p:nvPr>
            <p:ph idx="1"/>
          </p:nvPr>
        </p:nvSpPr>
        <p:spPr/>
        <p:txBody>
          <a:bodyPr/>
          <a:lstStyle/>
          <a:p>
            <a:r>
              <a:rPr lang="en-IN" dirty="0"/>
              <a:t>Related Affiliate Marketing (The "Trusted Expert")​Simple Explanation: You have a website, blog, or social media page about a certain topic (like fitness). You promote products that fit with your topic, but you haven't necessarily used every single one. Your audience trusts you because of your general knowledge.​Involvement: Medium.​Trust/Credibility: Medium</a:t>
            </a:r>
            <a:r>
              <a:rPr lang="en-IN" dirty="0" smtClean="0"/>
              <a:t>.</a:t>
            </a:r>
          </a:p>
          <a:p>
            <a:r>
              <a:rPr lang="mr-IN" dirty="0"/>
              <a:t>तुमच्याकडे आधीच एखाद्या विषयावर ब्लॉग, यूट्यूब चॅनेल किंवा मोठी सोशल मीडिया फॉलोविंग आहे (उदा. फिटनेस, स्वयंपाक, तंत्रज्ञान). तुम्ही तुमच्या प्रेक्षकांसाठी उपयुक्त असलेली, पण तुम्ही स्वतः वापरली नसलेली उत्पादने प्रमोट करता. लोकांना तुमच्या अनुभवावर विश्वास असतो, म्हणून ते तुमच्या लिंकवर क्लिक करतात.​उदाहरण: एक फिटनेस ब्लॉगर व्यायामासाठी लागणाऱ्या सर्वोत्तम सप्लिमेंट्सबद्दल लेख लिहितो, भलेही त्याने त्यातील प्रत्येक ब्रँड वापरला नसेल.​विश्वास: मध्यम असतो.</a:t>
            </a:r>
            <a:endParaRPr lang="en-US" dirty="0"/>
          </a:p>
        </p:txBody>
      </p:sp>
    </p:spTree>
    <p:extLst>
      <p:ext uri="{BB962C8B-B14F-4D97-AF65-F5344CB8AC3E}">
        <p14:creationId xmlns:p14="http://schemas.microsoft.com/office/powerpoint/2010/main" val="27598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Involved Affiliate </a:t>
            </a:r>
            <a:r>
              <a:rPr lang="en-IN" smtClean="0"/>
              <a:t>MArketing</a:t>
            </a:r>
            <a:endParaRPr lang="en-US" dirty="0"/>
          </a:p>
        </p:txBody>
      </p:sp>
      <p:sp>
        <p:nvSpPr>
          <p:cNvPr id="3" name="Content Placeholder 2"/>
          <p:cNvSpPr>
            <a:spLocks noGrp="1"/>
          </p:cNvSpPr>
          <p:nvPr>
            <p:ph idx="1"/>
          </p:nvPr>
        </p:nvSpPr>
        <p:spPr/>
        <p:txBody>
          <a:bodyPr/>
          <a:lstStyle/>
          <a:p>
            <a:r>
              <a:rPr lang="en-IN" dirty="0"/>
              <a:t> Involved Affiliate Marketing (The "Personal Endorser")​Simple Explanation: You have personally used the product and genuinely love it. You create a detailed review or a how-to guide, proving it works. This is the most honest and trustworthy approach.​Involvement: High.​Trust/Credibility: High</a:t>
            </a:r>
            <a:r>
              <a:rPr lang="en-IN" dirty="0" smtClean="0"/>
              <a:t>.</a:t>
            </a:r>
          </a:p>
          <a:p>
            <a:r>
              <a:rPr lang="mr-IN" dirty="0"/>
              <a:t>तुम्ही ज्या उत्पादनाची शिफारस करत आहात, ते तुम्ही स्वतः वापरले आहे आणि तुम्हाला त्याचा खूप चांगला अनुभव आहे. तुम्ही प्रामाणिकपणे, स्वतःच्या अनुभवावर आधारित रिव्ह्यू (</a:t>
            </a:r>
            <a:r>
              <a:rPr lang="en-US" dirty="0"/>
              <a:t>Review) </a:t>
            </a:r>
            <a:r>
              <a:rPr lang="mr-IN" dirty="0"/>
              <a:t>किंवा ट्युटोरियल (</a:t>
            </a:r>
            <a:r>
              <a:rPr lang="en-US" dirty="0"/>
              <a:t>Tutorial) </a:t>
            </a:r>
            <a:r>
              <a:rPr lang="mr-IN" dirty="0"/>
              <a:t>बनवून इतरांना ते विकत घेण्याचा सल्ला देता.​उदाहरण: तुम्ही विकत घेतलेल्या लॅपटॉपचा पूर्ण रिव्ह्यू व्हिडिओ बनवून, "हा लॅपटॉप खूप चांगला आहे, तुम्हीही घ्या" असे सांगता आणि लिंक देता.​विश्वास: सर्वात जास्त असतो, कारण तुमचा वैयक्तिक अनुभव असतो.</a:t>
            </a:r>
            <a:endParaRPr lang="en-US" dirty="0"/>
          </a:p>
        </p:txBody>
      </p:sp>
    </p:spTree>
    <p:extLst>
      <p:ext uri="{BB962C8B-B14F-4D97-AF65-F5344CB8AC3E}">
        <p14:creationId xmlns:p14="http://schemas.microsoft.com/office/powerpoint/2010/main" val="4079638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TotalTime>
  <Words>471</Words>
  <Application>Microsoft Office PowerPoint</Application>
  <PresentationFormat>Widescreen</PresentationFormat>
  <Paragraphs>14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Century Gothic</vt:lpstr>
      <vt:lpstr>Mangal</vt:lpstr>
      <vt:lpstr>Times New Roman</vt:lpstr>
      <vt:lpstr>Wingdings 3</vt:lpstr>
      <vt:lpstr>Ion</vt:lpstr>
      <vt:lpstr>PowerPoint Presentation</vt:lpstr>
      <vt:lpstr>Introduction: </vt:lpstr>
      <vt:lpstr>Unattached Affiliate Marketing</vt:lpstr>
      <vt:lpstr>Related Affiliate Marketing</vt:lpstr>
      <vt:lpstr>Involved Affiliate MArketing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BusinessComputers.in</dc:creator>
  <cp:lastModifiedBy>BusinessComputers.in</cp:lastModifiedBy>
  <cp:revision>3</cp:revision>
  <dcterms:created xsi:type="dcterms:W3CDTF">2025-10-08T02:57:22Z</dcterms:created>
  <dcterms:modified xsi:type="dcterms:W3CDTF">2025-10-08T04:24:09Z</dcterms:modified>
</cp:coreProperties>
</file>