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3" r:id="rId7"/>
    <p:sldId id="264" r:id="rId8"/>
    <p:sldId id="265"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1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FB16E88-C062-46F8-919F-4F2CD22DD73D}"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82758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4FB16E88-C062-46F8-919F-4F2CD22DD73D}"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918980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FB16E88-C062-46F8-919F-4F2CD22DD73D}"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164122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FB16E88-C062-46F8-919F-4F2CD22DD73D}"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390268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FB16E88-C062-46F8-919F-4F2CD22DD73D}" type="datetimeFigureOut">
              <a:rPr lang="en-US" smtClean="0"/>
              <a:t>10/9/2025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583422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FB16E88-C062-46F8-919F-4F2CD22DD73D}" type="datetimeFigureOut">
              <a:rPr lang="en-US" smtClean="0"/>
              <a:t>10/9/2025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878503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FB16E88-C062-46F8-919F-4F2CD22DD73D}" type="datetimeFigureOut">
              <a:rPr lang="en-US" smtClean="0"/>
              <a:t>10/9/2025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916022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4FB16E88-C062-46F8-919F-4F2CD22DD73D}" type="datetimeFigureOut">
              <a:rPr lang="en-US" smtClean="0"/>
              <a:t>10/9/2025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3798372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FB16E88-C062-46F8-919F-4F2CD22DD73D}"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392023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FB16E88-C062-46F8-919F-4F2CD22DD73D}" type="datetimeFigureOut">
              <a:rPr lang="en-US" smtClean="0"/>
              <a:t>10/9/2025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3597118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FB16E88-C062-46F8-919F-4F2CD22DD73D}"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3599981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4FB16E88-C062-46F8-919F-4F2CD22DD73D}"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337115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FB16E88-C062-46F8-919F-4F2CD22DD73D}"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457263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FB16E88-C062-46F8-919F-4F2CD22DD73D}" type="datetimeFigureOut">
              <a:rPr lang="en-US" smtClean="0"/>
              <a:t>10/9/2025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39960121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FB16E88-C062-46F8-919F-4F2CD22DD73D}" type="datetimeFigureOut">
              <a:rPr lang="en-US" smtClean="0"/>
              <a:t>10/9/2025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35556013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FB16E88-C062-46F8-919F-4F2CD22DD73D}"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15031411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FB16E88-C062-46F8-919F-4F2CD22DD73D}" type="datetimeFigureOut">
              <a:rPr lang="en-US" smtClean="0"/>
              <a:t>10/9/2025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D3313-417A-4E73-924B-F1D169B02774}" type="slidenum">
              <a:rPr lang="en-US" smtClean="0"/>
              <a:t>‹#›</a:t>
            </a:fld>
            <a:endParaRPr lang="en-US"/>
          </a:p>
        </p:txBody>
      </p:sp>
    </p:spTree>
    <p:extLst>
      <p:ext uri="{BB962C8B-B14F-4D97-AF65-F5344CB8AC3E}">
        <p14:creationId xmlns:p14="http://schemas.microsoft.com/office/powerpoint/2010/main" val="2813105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FB16E88-C062-46F8-919F-4F2CD22DD73D}" type="datetimeFigureOut">
              <a:rPr lang="en-US" smtClean="0"/>
              <a:t>10/9/2025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C1D3313-417A-4E73-924B-F1D169B02774}" type="slidenum">
              <a:rPr lang="en-US" smtClean="0"/>
              <a:t>‹#›</a:t>
            </a:fld>
            <a:endParaRPr lang="en-US"/>
          </a:p>
        </p:txBody>
      </p:sp>
    </p:spTree>
    <p:extLst>
      <p:ext uri="{BB962C8B-B14F-4D97-AF65-F5344CB8AC3E}">
        <p14:creationId xmlns:p14="http://schemas.microsoft.com/office/powerpoint/2010/main" val="15422212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82664" y="2653017"/>
            <a:ext cx="8825658" cy="861420"/>
          </a:xfrm>
        </p:spPr>
        <p:txBody>
          <a:bodyPr>
            <a:noAutofit/>
          </a:bodyPr>
          <a:lstStyle/>
          <a:p>
            <a:pPr algn="ctr"/>
            <a:r>
              <a:rPr lang="en-IN" sz="3600" dirty="0" smtClean="0">
                <a:solidFill>
                  <a:schemeClr val="bg1">
                    <a:lumMod val="95000"/>
                    <a:lumOff val="5000"/>
                  </a:schemeClr>
                </a:solidFill>
                <a:latin typeface="Times New Roman" panose="02020603050405020304" pitchFamily="18" charset="0"/>
                <a:cs typeface="Times New Roman" panose="02020603050405020304" pitchFamily="18" charset="0"/>
              </a:rPr>
              <a:t>Unit no :4</a:t>
            </a:r>
          </a:p>
          <a:p>
            <a:pPr algn="ctr"/>
            <a:r>
              <a:rPr lang="en-IN" sz="3600" dirty="0" smtClean="0">
                <a:solidFill>
                  <a:schemeClr val="bg1">
                    <a:lumMod val="95000"/>
                    <a:lumOff val="5000"/>
                  </a:schemeClr>
                </a:solidFill>
                <a:latin typeface="Times New Roman" panose="02020603050405020304" pitchFamily="18" charset="0"/>
                <a:cs typeface="Times New Roman" panose="02020603050405020304" pitchFamily="18" charset="0"/>
              </a:rPr>
              <a:t>Affiliate marketing</a:t>
            </a:r>
            <a:endParaRPr lang="en-US" sz="3600"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4370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br>
              <a:rPr lang="en-IN" dirty="0" smtClean="0"/>
            </a:br>
            <a:endParaRPr lang="en-US" dirty="0"/>
          </a:p>
        </p:txBody>
      </p:sp>
      <p:sp>
        <p:nvSpPr>
          <p:cNvPr id="3" name="Content Placeholder 2"/>
          <p:cNvSpPr>
            <a:spLocks noGrp="1"/>
          </p:cNvSpPr>
          <p:nvPr>
            <p:ph idx="1"/>
          </p:nvPr>
        </p:nvSpPr>
        <p:spPr/>
        <p:txBody>
          <a:bodyPr/>
          <a:lstStyle/>
          <a:p>
            <a:pPr marL="0" indent="0">
              <a:buNone/>
            </a:pPr>
            <a:endParaRPr lang="en-IN" dirty="0"/>
          </a:p>
          <a:p>
            <a:r>
              <a:rPr lang="en-IN" dirty="0"/>
              <a:t/>
            </a:r>
            <a:br>
              <a:rPr lang="en-IN" dirty="0"/>
            </a:br>
            <a:r>
              <a:rPr lang="en-IN" dirty="0"/>
              <a:t>Affiliate Marketing involves selling a company's products or services through a website or blog. Websites or blogs with a large number of visitors benefit greatly from affiliate marketing and can earn a lot of money.</a:t>
            </a:r>
            <a:endParaRPr lang="en-US" dirty="0"/>
          </a:p>
        </p:txBody>
      </p:sp>
    </p:spTree>
    <p:extLst>
      <p:ext uri="{BB962C8B-B14F-4D97-AF65-F5344CB8AC3E}">
        <p14:creationId xmlns:p14="http://schemas.microsoft.com/office/powerpoint/2010/main" val="469893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Unattached Affiliate Marketing</a:t>
            </a:r>
            <a:endParaRPr lang="en-US" dirty="0"/>
          </a:p>
        </p:txBody>
      </p:sp>
      <p:sp>
        <p:nvSpPr>
          <p:cNvPr id="3" name="Content Placeholder 2"/>
          <p:cNvSpPr>
            <a:spLocks noGrp="1"/>
          </p:cNvSpPr>
          <p:nvPr>
            <p:ph idx="1"/>
          </p:nvPr>
        </p:nvSpPr>
        <p:spPr/>
        <p:txBody>
          <a:bodyPr/>
          <a:lstStyle/>
          <a:p>
            <a:r>
              <a:rPr lang="en-IN" dirty="0"/>
              <a:t>Unattached Affiliate Marketing (The "No-Connection" Promoter)</a:t>
            </a:r>
            <a:r>
              <a:rPr lang="en-IN" dirty="0" smtClean="0"/>
              <a:t>​: </a:t>
            </a:r>
            <a:r>
              <a:rPr lang="en-IN" dirty="0"/>
              <a:t>You promote a product without having any </a:t>
            </a:r>
            <a:r>
              <a:rPr lang="en-IN" dirty="0" smtClean="0"/>
              <a:t>experience </a:t>
            </a:r>
            <a:r>
              <a:rPr lang="en-IN" dirty="0"/>
              <a:t>or using it yourself. You are just an advertiser, often using paid ads to send traffic directly to the seller's website</a:t>
            </a:r>
            <a:r>
              <a:rPr lang="en-IN" dirty="0" smtClean="0"/>
              <a:t>.</a:t>
            </a:r>
          </a:p>
        </p:txBody>
      </p:sp>
    </p:spTree>
    <p:extLst>
      <p:ext uri="{BB962C8B-B14F-4D97-AF65-F5344CB8AC3E}">
        <p14:creationId xmlns:p14="http://schemas.microsoft.com/office/powerpoint/2010/main" val="2231230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Related Affiliate Marketing</a:t>
            </a:r>
            <a:endParaRPr lang="en-US" dirty="0"/>
          </a:p>
        </p:txBody>
      </p:sp>
      <p:sp>
        <p:nvSpPr>
          <p:cNvPr id="3" name="Content Placeholder 2"/>
          <p:cNvSpPr>
            <a:spLocks noGrp="1"/>
          </p:cNvSpPr>
          <p:nvPr>
            <p:ph idx="1"/>
          </p:nvPr>
        </p:nvSpPr>
        <p:spPr/>
        <p:txBody>
          <a:bodyPr/>
          <a:lstStyle/>
          <a:p>
            <a:r>
              <a:rPr lang="en-IN" dirty="0"/>
              <a:t>Related Affiliate Marketing (The "Trusted Expert</a:t>
            </a:r>
            <a:r>
              <a:rPr lang="en-IN" dirty="0" smtClean="0"/>
              <a:t>"):</a:t>
            </a:r>
            <a:r>
              <a:rPr lang="en-IN" dirty="0" smtClean="0"/>
              <a:t>You </a:t>
            </a:r>
            <a:r>
              <a:rPr lang="en-IN" dirty="0"/>
              <a:t>have a website, blog, or social media page about a certain topic (like fitness). You promote products that fit with your topic, but you haven't necessarily used every single one. Your audience trusts you because of your general </a:t>
            </a:r>
            <a:r>
              <a:rPr lang="en-IN" dirty="0" smtClean="0"/>
              <a:t>knowledge</a:t>
            </a:r>
            <a:endParaRPr lang="en-IN" dirty="0" smtClean="0"/>
          </a:p>
        </p:txBody>
      </p:sp>
    </p:spTree>
    <p:extLst>
      <p:ext uri="{BB962C8B-B14F-4D97-AF65-F5344CB8AC3E}">
        <p14:creationId xmlns:p14="http://schemas.microsoft.com/office/powerpoint/2010/main" val="275985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Involved Affiliate </a:t>
            </a:r>
            <a:r>
              <a:rPr lang="en-IN" dirty="0" smtClean="0"/>
              <a:t>Marketing</a:t>
            </a:r>
            <a:endParaRPr lang="en-US" dirty="0"/>
          </a:p>
        </p:txBody>
      </p:sp>
      <p:sp>
        <p:nvSpPr>
          <p:cNvPr id="3" name="Content Placeholder 2"/>
          <p:cNvSpPr>
            <a:spLocks noGrp="1"/>
          </p:cNvSpPr>
          <p:nvPr>
            <p:ph idx="1"/>
          </p:nvPr>
        </p:nvSpPr>
        <p:spPr/>
        <p:txBody>
          <a:bodyPr/>
          <a:lstStyle/>
          <a:p>
            <a:r>
              <a:rPr lang="en-IN" dirty="0"/>
              <a:t> Involved Affiliate Marketing (The "Personal Endorser")</a:t>
            </a:r>
            <a:r>
              <a:rPr lang="en-IN" dirty="0" smtClean="0"/>
              <a:t>​: </a:t>
            </a:r>
            <a:r>
              <a:rPr lang="en-IN" dirty="0"/>
              <a:t>You have personally used the product and genuinely love it. You create a detailed review or a how-to guide, proving it works. This is the most honest and trustworthy approach</a:t>
            </a:r>
            <a:r>
              <a:rPr lang="en-IN" dirty="0" smtClean="0"/>
              <a:t>.</a:t>
            </a:r>
            <a:endParaRPr lang="en-IN" dirty="0" smtClean="0"/>
          </a:p>
        </p:txBody>
      </p:sp>
    </p:spTree>
    <p:extLst>
      <p:ext uri="{BB962C8B-B14F-4D97-AF65-F5344CB8AC3E}">
        <p14:creationId xmlns:p14="http://schemas.microsoft.com/office/powerpoint/2010/main" val="407963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Technological Advancement in digital marketing</a:t>
            </a:r>
            <a:endParaRPr lang="en-US" dirty="0"/>
          </a:p>
        </p:txBody>
      </p:sp>
      <p:sp>
        <p:nvSpPr>
          <p:cNvPr id="3" name="Content Placeholder 2"/>
          <p:cNvSpPr>
            <a:spLocks noGrp="1"/>
          </p:cNvSpPr>
          <p:nvPr>
            <p:ph idx="1"/>
          </p:nvPr>
        </p:nvSpPr>
        <p:spPr/>
        <p:txBody>
          <a:bodyPr/>
          <a:lstStyle/>
          <a:p>
            <a:r>
              <a:rPr lang="en-IN" dirty="0" smtClean="0"/>
              <a:t>AI and Machine Learning: </a:t>
            </a:r>
            <a:r>
              <a:rPr lang="en-US" dirty="0" smtClean="0"/>
              <a:t>Al analyzes customer habits and show them what they interested in. Al writes ad copies, creates basic images ,email automatically</a:t>
            </a:r>
            <a:r>
              <a:rPr lang="en-US" dirty="0" smtClean="0"/>
              <a:t>. Al </a:t>
            </a:r>
            <a:r>
              <a:rPr lang="en-US" dirty="0" err="1" smtClean="0"/>
              <a:t>chatbox</a:t>
            </a:r>
            <a:r>
              <a:rPr lang="en-US" dirty="0" smtClean="0"/>
              <a:t> can handle customer questions and solve problems fast in 24/7.</a:t>
            </a:r>
          </a:p>
          <a:p>
            <a:r>
              <a:rPr lang="en-IN" dirty="0" smtClean="0"/>
              <a:t>Voice Search: People use smart speakers (like </a:t>
            </a:r>
            <a:r>
              <a:rPr lang="en-IN" dirty="0" err="1" smtClean="0"/>
              <a:t>alexa</a:t>
            </a:r>
            <a:r>
              <a:rPr lang="en-IN" dirty="0" smtClean="0"/>
              <a:t>) to ask question.</a:t>
            </a:r>
          </a:p>
          <a:p>
            <a:r>
              <a:rPr lang="en-IN" dirty="0" smtClean="0"/>
              <a:t>Video Effect: Short video (like reels , </a:t>
            </a:r>
            <a:r>
              <a:rPr lang="en-IN" dirty="0" err="1" smtClean="0"/>
              <a:t>youtube</a:t>
            </a:r>
            <a:r>
              <a:rPr lang="en-IN" dirty="0" smtClean="0"/>
              <a:t> shorts) is the most popular way to get </a:t>
            </a:r>
            <a:r>
              <a:rPr lang="en-IN" dirty="0" err="1" smtClean="0"/>
              <a:t>imformation</a:t>
            </a:r>
            <a:r>
              <a:rPr lang="en-IN" dirty="0" smtClean="0"/>
              <a:t> about product and make decisions to buy product.</a:t>
            </a:r>
          </a:p>
          <a:p>
            <a:pPr marL="0" indent="0">
              <a:buNone/>
            </a:pPr>
            <a:endParaRPr lang="en-IN" dirty="0" smtClean="0"/>
          </a:p>
          <a:p>
            <a:pPr marL="0" indent="0">
              <a:buNone/>
            </a:pPr>
            <a:endParaRPr lang="en-IN" dirty="0" smtClean="0"/>
          </a:p>
        </p:txBody>
      </p:sp>
    </p:spTree>
    <p:extLst>
      <p:ext uri="{BB962C8B-B14F-4D97-AF65-F5344CB8AC3E}">
        <p14:creationId xmlns:p14="http://schemas.microsoft.com/office/powerpoint/2010/main" val="1036901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Pratical</a:t>
            </a:r>
            <a:r>
              <a:rPr lang="en-IN" dirty="0" smtClean="0"/>
              <a:t> Applications of digital marketing</a:t>
            </a:r>
            <a:endParaRPr lang="en-US" dirty="0"/>
          </a:p>
        </p:txBody>
      </p:sp>
      <p:sp>
        <p:nvSpPr>
          <p:cNvPr id="3" name="Content Placeholder 2"/>
          <p:cNvSpPr>
            <a:spLocks noGrp="1"/>
          </p:cNvSpPr>
          <p:nvPr>
            <p:ph idx="1"/>
          </p:nvPr>
        </p:nvSpPr>
        <p:spPr/>
        <p:txBody>
          <a:bodyPr/>
          <a:lstStyle/>
          <a:p>
            <a:r>
              <a:rPr lang="en-IN" dirty="0" smtClean="0"/>
              <a:t>1</a:t>
            </a:r>
            <a:r>
              <a:rPr lang="en-IN" dirty="0"/>
              <a:t>. Websites and SEO (Search Engine Optimization): Companies build a good website and use SEO to make sure it shows up first when someone searches on Google (like searching for "best coffee near me"). This helps attract people who are already looking for their product.</a:t>
            </a:r>
            <a:endParaRPr lang="en-US" dirty="0"/>
          </a:p>
        </p:txBody>
      </p:sp>
    </p:spTree>
    <p:extLst>
      <p:ext uri="{BB962C8B-B14F-4D97-AF65-F5344CB8AC3E}">
        <p14:creationId xmlns:p14="http://schemas.microsoft.com/office/powerpoint/2010/main" val="964703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2. Social Media Marketing: They post content (photos, videos, or news) on platforms like Instagram, Facebook, and </a:t>
            </a:r>
            <a:r>
              <a:rPr lang="en-IN" dirty="0" err="1"/>
              <a:t>TikTok</a:t>
            </a:r>
            <a:r>
              <a:rPr lang="en-IN" dirty="0"/>
              <a:t> to build a brand following and talk directly to customers. They also run paid ads to target specific people.</a:t>
            </a:r>
            <a:endParaRPr lang="en-US" dirty="0"/>
          </a:p>
        </p:txBody>
      </p:sp>
    </p:spTree>
    <p:extLst>
      <p:ext uri="{BB962C8B-B14F-4D97-AF65-F5344CB8AC3E}">
        <p14:creationId xmlns:p14="http://schemas.microsoft.com/office/powerpoint/2010/main" val="4117351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3. Email Marketing: Businesses send personalized emails to people who have signed up. They use it to share sales, new products, or helpful tips, which encourages people to come back and buy again.</a:t>
            </a:r>
            <a:endParaRPr lang="en-US" dirty="0"/>
          </a:p>
        </p:txBody>
      </p:sp>
    </p:spTree>
    <p:extLst>
      <p:ext uri="{BB962C8B-B14F-4D97-AF65-F5344CB8AC3E}">
        <p14:creationId xmlns:p14="http://schemas.microsoft.com/office/powerpoint/2010/main" val="1305301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4. Paid Advertising (PPC): This is when companies pay money to show ads. Examples are Google Ads (the sponsored results you see at the top of a search page) and paid ads that pop up in your social media feed. They pay only when someone clicks the ad (Pay-Per-Click).</a:t>
            </a:r>
            <a:endParaRPr lang="en-US" dirty="0"/>
          </a:p>
        </p:txBody>
      </p:sp>
    </p:spTree>
    <p:extLst>
      <p:ext uri="{BB962C8B-B14F-4D97-AF65-F5344CB8AC3E}">
        <p14:creationId xmlns:p14="http://schemas.microsoft.com/office/powerpoint/2010/main" val="1114494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IN" dirty="0"/>
              <a:t>5. Content Marketing: They create free, useful content like blog posts, YouTube videos, or guides. The goal is to answer customer questions and build trust, so when the customer is ready to buy, they choose that company.</a:t>
            </a:r>
            <a:endParaRPr lang="en-US" dirty="0"/>
          </a:p>
        </p:txBody>
      </p:sp>
    </p:spTree>
    <p:extLst>
      <p:ext uri="{BB962C8B-B14F-4D97-AF65-F5344CB8AC3E}">
        <p14:creationId xmlns:p14="http://schemas.microsoft.com/office/powerpoint/2010/main" val="9135530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276</TotalTime>
  <Words>501</Words>
  <Application>Microsoft Office PowerPoint</Application>
  <PresentationFormat>Widescreen</PresentationFormat>
  <Paragraphs>21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Century Gothic</vt:lpstr>
      <vt:lpstr>Times New Roman</vt:lpstr>
      <vt:lpstr>Wingdings 3</vt:lpstr>
      <vt:lpstr>Ion</vt:lpstr>
      <vt:lpstr>PowerPoint Presentation</vt:lpstr>
      <vt:lpstr>Introduction: </vt:lpstr>
      <vt:lpstr>Unattached Affiliate Marketing</vt:lpstr>
      <vt:lpstr>Related Affiliate Marketing</vt:lpstr>
      <vt:lpstr>Involved Affiliate Marketing</vt:lpstr>
      <vt:lpstr>Technological Advancement in digital marketing</vt:lpstr>
      <vt:lpstr>Pratical Applications of digital marketing</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BusinessComputers.in</dc:creator>
  <cp:lastModifiedBy>BusinessComputers.in</cp:lastModifiedBy>
  <cp:revision>18</cp:revision>
  <dcterms:created xsi:type="dcterms:W3CDTF">2025-10-08T02:57:22Z</dcterms:created>
  <dcterms:modified xsi:type="dcterms:W3CDTF">2025-10-09T03:03:47Z</dcterms:modified>
</cp:coreProperties>
</file>